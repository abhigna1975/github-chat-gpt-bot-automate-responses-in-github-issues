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 </a:t>
            </a:r>
            <a:r>
              <a:rPr lang="en-US" dirty="0" smtClean="0"/>
              <a:t>Chat GPT </a:t>
            </a:r>
            <a:r>
              <a:rPr lang="en-US" dirty="0"/>
              <a:t>Bot: Automate Responses in GitHub Issues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PROF: </a:t>
            </a:r>
            <a:r>
              <a:rPr lang="en-IN" dirty="0" err="1" smtClean="0"/>
              <a:t>Nikshep</a:t>
            </a:r>
            <a:r>
              <a:rPr lang="en-IN" dirty="0" smtClean="0"/>
              <a:t> Ashok </a:t>
            </a:r>
            <a:r>
              <a:rPr lang="en-IN" dirty="0" err="1" smtClean="0"/>
              <a:t>Kulli</a:t>
            </a:r>
            <a:endParaRPr lang="en-IN" dirty="0" smtClean="0"/>
          </a:p>
          <a:p>
            <a:r>
              <a:rPr lang="en-IN" dirty="0" smtClean="0"/>
              <a:t>Team: </a:t>
            </a:r>
            <a:r>
              <a:rPr lang="en-IN" dirty="0" err="1" smtClean="0"/>
              <a:t>abhigna</a:t>
            </a:r>
            <a:r>
              <a:rPr lang="en-IN" dirty="0" smtClean="0"/>
              <a:t> </a:t>
            </a:r>
            <a:r>
              <a:rPr lang="en-IN" dirty="0" err="1" smtClean="0"/>
              <a:t>margam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    </a:t>
            </a:r>
            <a:r>
              <a:rPr lang="en-IN" dirty="0" err="1" smtClean="0"/>
              <a:t>anil</a:t>
            </a:r>
            <a:r>
              <a:rPr lang="en-IN" dirty="0" smtClean="0"/>
              <a:t> </a:t>
            </a:r>
            <a:r>
              <a:rPr lang="en-IN" dirty="0" err="1" smtClean="0"/>
              <a:t>mangamuri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81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this project?</a:t>
            </a:r>
            <a:endParaRPr lang="en-US" dirty="0"/>
          </a:p>
          <a:p>
            <a:r>
              <a:rPr lang="en-US" dirty="0"/>
              <a:t>A bot that uses </a:t>
            </a:r>
            <a:r>
              <a:rPr lang="en-US" dirty="0" smtClean="0"/>
              <a:t>Chat GPT </a:t>
            </a:r>
            <a:r>
              <a:rPr lang="en-US" dirty="0"/>
              <a:t>to respond automatically to comments in GitHub Issues.</a:t>
            </a:r>
          </a:p>
          <a:p>
            <a:r>
              <a:rPr lang="en-US" dirty="0"/>
              <a:t>Turns GitHub Issues into a conversational space for developers.</a:t>
            </a:r>
          </a:p>
        </p:txBody>
      </p:sp>
    </p:spTree>
    <p:extLst>
      <p:ext uri="{BB962C8B-B14F-4D97-AF65-F5344CB8AC3E}">
        <p14:creationId xmlns:p14="http://schemas.microsoft.com/office/powerpoint/2010/main" val="122220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Chat GPT </a:t>
            </a:r>
            <a:r>
              <a:rPr lang="en-US" dirty="0"/>
              <a:t>responds to comments in GitHub Issues.</a:t>
            </a:r>
          </a:p>
          <a:p>
            <a:r>
              <a:rPr lang="en-US" dirty="0"/>
              <a:t>Easy setup using </a:t>
            </a:r>
            <a:r>
              <a:rPr lang="en-US" dirty="0" smtClean="0"/>
              <a:t>flows . network </a:t>
            </a:r>
            <a:r>
              <a:rPr lang="en-US" dirty="0"/>
              <a:t>(</a:t>
            </a:r>
            <a:r>
              <a:rPr lang="en-US" dirty="0" smtClean="0"/>
              <a:t>server less </a:t>
            </a:r>
            <a:r>
              <a:rPr lang="en-US" dirty="0"/>
              <a:t>platform).</a:t>
            </a:r>
          </a:p>
          <a:p>
            <a:r>
              <a:rPr lang="en-US" dirty="0"/>
              <a:t>Provides real-time interaction for issue tracking and discussions.</a:t>
            </a:r>
          </a:p>
        </p:txBody>
      </p:sp>
    </p:spTree>
    <p:extLst>
      <p:ext uri="{BB962C8B-B14F-4D97-AF65-F5344CB8AC3E}">
        <p14:creationId xmlns:p14="http://schemas.microsoft.com/office/powerpoint/2010/main" val="318935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Fork the repository</a:t>
            </a:r>
            <a:r>
              <a:rPr lang="en-US" dirty="0"/>
              <a:t>: Copy the provided GitHub repo.</a:t>
            </a:r>
          </a:p>
          <a:p>
            <a:r>
              <a:rPr lang="en-US" b="1" dirty="0"/>
              <a:t>Deploy on </a:t>
            </a:r>
            <a:r>
              <a:rPr lang="en-US" b="1" dirty="0" smtClean="0"/>
              <a:t>flows . network</a:t>
            </a:r>
            <a:r>
              <a:rPr lang="en-US" dirty="0"/>
              <a:t>: A few clicks to set up the bot.</a:t>
            </a:r>
          </a:p>
          <a:p>
            <a:r>
              <a:rPr lang="en-US" b="1" dirty="0"/>
              <a:t>Authenticate</a:t>
            </a:r>
            <a:r>
              <a:rPr lang="en-US" dirty="0"/>
              <a:t>: Provide your </a:t>
            </a:r>
            <a:r>
              <a:rPr lang="en-US" dirty="0" smtClean="0"/>
              <a:t>Open AI </a:t>
            </a:r>
            <a:r>
              <a:rPr lang="en-US" dirty="0"/>
              <a:t>API key and GitHub info.</a:t>
            </a:r>
          </a:p>
          <a:p>
            <a:r>
              <a:rPr lang="en-US" b="1" dirty="0"/>
              <a:t>Bot goes live</a:t>
            </a:r>
            <a:r>
              <a:rPr lang="en-US" dirty="0"/>
              <a:t>: </a:t>
            </a:r>
            <a:r>
              <a:rPr lang="en-US" dirty="0" smtClean="0"/>
              <a:t>Chat GPT </a:t>
            </a:r>
            <a:r>
              <a:rPr lang="en-US" dirty="0"/>
              <a:t>starts responding in your GitHub Issues.</a:t>
            </a:r>
          </a:p>
        </p:txBody>
      </p:sp>
    </p:spTree>
    <p:extLst>
      <p:ext uri="{BB962C8B-B14F-4D97-AF65-F5344CB8AC3E}">
        <p14:creationId xmlns:p14="http://schemas.microsoft.com/office/powerpoint/2010/main" val="339804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Prerequisites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API key (to use ChatGPT).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understanding of GitHub repositories and issues. </a:t>
            </a:r>
          </a:p>
        </p:txBody>
      </p:sp>
    </p:spTree>
    <p:extLst>
      <p:ext uri="{BB962C8B-B14F-4D97-AF65-F5344CB8AC3E}">
        <p14:creationId xmlns:p14="http://schemas.microsoft.com/office/powerpoint/2010/main" val="356943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Fork the repository.</a:t>
            </a:r>
            <a:br>
              <a:rPr lang="en-US" dirty="0"/>
            </a:br>
            <a:r>
              <a:rPr lang="en-US" b="1" dirty="0"/>
              <a:t>Step 2</a:t>
            </a:r>
            <a:r>
              <a:rPr lang="en-US" dirty="0"/>
              <a:t>: Log into </a:t>
            </a:r>
            <a:r>
              <a:rPr lang="en-US" dirty="0" err="1"/>
              <a:t>flows.network</a:t>
            </a:r>
            <a:r>
              <a:rPr lang="en-US" dirty="0"/>
              <a:t> and create a flow.</a:t>
            </a:r>
            <a:br>
              <a:rPr lang="en-US" dirty="0"/>
            </a:br>
            <a:r>
              <a:rPr lang="en-US" b="1" dirty="0"/>
              <a:t>Step 3</a:t>
            </a:r>
            <a:r>
              <a:rPr lang="en-US" dirty="0"/>
              <a:t>: Set environment variables (GitHub details, </a:t>
            </a:r>
            <a:r>
              <a:rPr lang="en-US" dirty="0" err="1"/>
              <a:t>OpenAI</a:t>
            </a:r>
            <a:r>
              <a:rPr lang="en-US" dirty="0"/>
              <a:t> key).</a:t>
            </a:r>
            <a:br>
              <a:rPr lang="en-US" dirty="0"/>
            </a:br>
            <a:r>
              <a:rPr lang="en-US" b="1" dirty="0"/>
              <a:t>Step 4</a:t>
            </a:r>
            <a:r>
              <a:rPr lang="en-US" dirty="0"/>
              <a:t>: Deploy the bot on your GitHub repo.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06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Configuring SaaS Integrations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 OpenAI account (paste your API key).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 GitHub account (connect the bot to your repo).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“Deploy” and the bot will start working in your repo. </a:t>
            </a:r>
          </a:p>
        </p:txBody>
      </p:sp>
    </p:spTree>
    <p:extLst>
      <p:ext uri="{BB962C8B-B14F-4D97-AF65-F5344CB8AC3E}">
        <p14:creationId xmlns:p14="http://schemas.microsoft.com/office/powerpoint/2010/main" val="312371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Interaction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bot responds automatically to any comment in your GitHub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use GitHub Issues as a conversational interface with ChatGPT. </a:t>
            </a:r>
          </a:p>
        </p:txBody>
      </p:sp>
    </p:spTree>
    <p:extLst>
      <p:ext uri="{BB962C8B-B14F-4D97-AF65-F5344CB8AC3E}">
        <p14:creationId xmlns:p14="http://schemas.microsoft.com/office/powerpoint/2010/main" val="369893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Automating responses in open-source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Assisting in answering technical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Simplifying issue tracking and management. </a:t>
            </a:r>
          </a:p>
        </p:txBody>
      </p:sp>
    </p:spTree>
    <p:extLst>
      <p:ext uri="{BB962C8B-B14F-4D97-AF65-F5344CB8AC3E}">
        <p14:creationId xmlns:p14="http://schemas.microsoft.com/office/powerpoint/2010/main" val="105202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GitHub </a:t>
            </a:r>
            <a:r>
              <a:rPr lang="en-US" b="1" dirty="0" err="1"/>
              <a:t>ChatGPT</a:t>
            </a:r>
            <a:r>
              <a:rPr lang="en-US" b="1" dirty="0"/>
              <a:t> Bot</a:t>
            </a:r>
            <a:endParaRPr lang="en-US" dirty="0"/>
          </a:p>
          <a:p>
            <a:r>
              <a:rPr lang="en-US" dirty="0"/>
              <a:t>Automates responses.</a:t>
            </a:r>
          </a:p>
          <a:p>
            <a:r>
              <a:rPr lang="en-US" dirty="0"/>
              <a:t>Easy to set up and use.</a:t>
            </a:r>
          </a:p>
          <a:p>
            <a:r>
              <a:rPr lang="en-US" dirty="0"/>
              <a:t>Enhances GitHub Issues with conversational AI.</a:t>
            </a:r>
          </a:p>
        </p:txBody>
      </p:sp>
    </p:spTree>
    <p:extLst>
      <p:ext uri="{BB962C8B-B14F-4D97-AF65-F5344CB8AC3E}">
        <p14:creationId xmlns:p14="http://schemas.microsoft.com/office/powerpoint/2010/main" val="4826038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</TotalTime>
  <Words>271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GitHub Chat GPT Bot: Automate Responses in GitHub Issues</vt:lpstr>
      <vt:lpstr>Project Overview</vt:lpstr>
      <vt:lpstr>Key Features</vt:lpstr>
      <vt:lpstr>How It Works</vt:lpstr>
      <vt:lpstr>Prerequisites</vt:lpstr>
      <vt:lpstr>Deployment Process</vt:lpstr>
      <vt:lpstr>Configuring SaaS Integrations</vt:lpstr>
      <vt:lpstr>Live Interaction</vt:lpstr>
      <vt:lpstr>Use Cases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ChatGPT Bot: Automate Responses in GitHub Issues</dc:title>
  <dc:creator>HP</dc:creator>
  <cp:lastModifiedBy>HP</cp:lastModifiedBy>
  <cp:revision>4</cp:revision>
  <dcterms:created xsi:type="dcterms:W3CDTF">2024-09-25T17:13:52Z</dcterms:created>
  <dcterms:modified xsi:type="dcterms:W3CDTF">2024-09-25T17:32:53Z</dcterms:modified>
</cp:coreProperties>
</file>